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7" r:id="rId3"/>
    <p:sldId id="258" r:id="rId4"/>
    <p:sldId id="259" r:id="rId5"/>
    <p:sldId id="260" r:id="rId6"/>
    <p:sldId id="262" r:id="rId7"/>
    <p:sldId id="261"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173160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243435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1948129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408086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2D25524-E79F-40F1-9246-BA71D3BBA9CF}" type="datetimeFigureOut">
              <a:rPr lang="en-IN" smtClean="0"/>
              <a:t>23-01-2025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690210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2D25524-E79F-40F1-9246-BA71D3BBA9CF}" type="datetimeFigureOut">
              <a:rPr lang="en-IN" smtClean="0"/>
              <a:t>23-01-2025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3539717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25524-E79F-40F1-9246-BA71D3BBA9CF}" type="datetimeFigureOut">
              <a:rPr lang="en-IN" smtClean="0"/>
              <a:t>23-01-2025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376818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3177059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2558846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18497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41D7DF4-122A-46D8-89B7-B1B871BC3E2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03998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3236879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1D7DF4-122A-46D8-89B7-B1B871BC3E2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08385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2D25524-E79F-40F1-9246-BA71D3BBA9CF}" type="datetimeFigureOut">
              <a:rPr lang="en-IN" smtClean="0"/>
              <a:t>23-01-2025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1782211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12125866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2D25524-E79F-40F1-9246-BA71D3BBA9CF}" type="datetimeFigureOut">
              <a:rPr lang="en-IN" smtClean="0"/>
              <a:t>23-01-2025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41D7DF4-122A-46D8-89B7-B1B871BC3E2F}" type="slidenum">
              <a:rPr lang="en-IN" smtClean="0"/>
              <a:t>‹#›</a:t>
            </a:fld>
            <a:endParaRPr lang="en-IN"/>
          </a:p>
        </p:txBody>
      </p:sp>
    </p:spTree>
    <p:extLst>
      <p:ext uri="{BB962C8B-B14F-4D97-AF65-F5344CB8AC3E}">
        <p14:creationId xmlns:p14="http://schemas.microsoft.com/office/powerpoint/2010/main" val="2707663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2D25524-E79F-40F1-9246-BA71D3BBA9CF}" type="datetimeFigureOut">
              <a:rPr lang="en-IN" smtClean="0"/>
              <a:t>23-01-2025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41D7DF4-122A-46D8-89B7-B1B871BC3E2F}" type="slidenum">
              <a:rPr lang="en-IN" smtClean="0"/>
              <a:t>‹#›</a:t>
            </a:fld>
            <a:endParaRPr lang="en-IN"/>
          </a:p>
        </p:txBody>
      </p:sp>
    </p:spTree>
    <p:extLst>
      <p:ext uri="{BB962C8B-B14F-4D97-AF65-F5344CB8AC3E}">
        <p14:creationId xmlns:p14="http://schemas.microsoft.com/office/powerpoint/2010/main" val="253811023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63655" y="2985654"/>
            <a:ext cx="8915399" cy="2262781"/>
          </a:xfrm>
        </p:spPr>
        <p:txBody>
          <a:bodyPr>
            <a:noAutofit/>
          </a:bodyPr>
          <a:lstStyle/>
          <a:p>
            <a:r>
              <a:rPr lang="en-IN" sz="6600" b="1" dirty="0" smtClean="0">
                <a:solidFill>
                  <a:schemeClr val="tx2"/>
                </a:solidFill>
                <a:latin typeface="Times New Roman" panose="02020603050405020304" pitchFamily="18" charset="0"/>
                <a:cs typeface="Times New Roman" panose="02020603050405020304" pitchFamily="18" charset="0"/>
              </a:rPr>
              <a:t>ALCOHOL</a:t>
            </a:r>
            <a:br>
              <a:rPr lang="en-IN" sz="6600" b="1" dirty="0" smtClean="0">
                <a:solidFill>
                  <a:schemeClr val="tx2"/>
                </a:solidFill>
                <a:latin typeface="Times New Roman" panose="02020603050405020304" pitchFamily="18" charset="0"/>
                <a:cs typeface="Times New Roman" panose="02020603050405020304" pitchFamily="18" charset="0"/>
              </a:rPr>
            </a:br>
            <a:r>
              <a:rPr lang="en-IN" sz="6600" b="1" dirty="0" smtClean="0">
                <a:solidFill>
                  <a:schemeClr val="tx2"/>
                </a:solidFill>
                <a:latin typeface="Times New Roman" panose="02020603050405020304" pitchFamily="18" charset="0"/>
                <a:cs typeface="Times New Roman" panose="02020603050405020304" pitchFamily="18" charset="0"/>
              </a:rPr>
              <a:t>SENSING ENGINE LOCK WITH</a:t>
            </a:r>
            <a:br>
              <a:rPr lang="en-IN" sz="6600" b="1" dirty="0" smtClean="0">
                <a:solidFill>
                  <a:schemeClr val="tx2"/>
                </a:solidFill>
                <a:latin typeface="Times New Roman" panose="02020603050405020304" pitchFamily="18" charset="0"/>
                <a:cs typeface="Times New Roman" panose="02020603050405020304" pitchFamily="18" charset="0"/>
              </a:rPr>
            </a:br>
            <a:r>
              <a:rPr lang="en-IN" sz="6600" b="1" dirty="0" smtClean="0">
                <a:solidFill>
                  <a:schemeClr val="tx2"/>
                </a:solidFill>
                <a:latin typeface="Times New Roman" panose="02020603050405020304" pitchFamily="18" charset="0"/>
                <a:cs typeface="Times New Roman" panose="02020603050405020304" pitchFamily="18" charset="0"/>
              </a:rPr>
              <a:t>GSM</a:t>
            </a:r>
            <a:endParaRPr lang="en-IN" sz="6600" b="1" dirty="0">
              <a:solidFill>
                <a:schemeClr val="tx2"/>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7019" y="0"/>
            <a:ext cx="4341091" cy="6858000"/>
          </a:xfrm>
          <a:prstGeom prst="rect">
            <a:avLst/>
          </a:prstGeom>
        </p:spPr>
      </p:pic>
    </p:spTree>
    <p:extLst>
      <p:ext uri="{BB962C8B-B14F-4D97-AF65-F5344CB8AC3E}">
        <p14:creationId xmlns:p14="http://schemas.microsoft.com/office/powerpoint/2010/main" val="1221004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5400" b="1" dirty="0" smtClean="0">
                <a:solidFill>
                  <a:schemeClr val="tx2"/>
                </a:solidFill>
                <a:latin typeface="Times New Roman" panose="02020603050405020304" pitchFamily="18" charset="0"/>
                <a:cs typeface="Times New Roman" panose="02020603050405020304" pitchFamily="18" charset="0"/>
              </a:rPr>
              <a:t>TEAM MEMBERS</a:t>
            </a:r>
            <a:endParaRPr lang="en-IN" sz="5400" b="1"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87611" y="2152073"/>
            <a:ext cx="9787515" cy="3777622"/>
          </a:xfrm>
        </p:spPr>
        <p:txBody>
          <a:bodyPr>
            <a:normAutofit/>
          </a:bodyPr>
          <a:lstStyle/>
          <a:p>
            <a:r>
              <a:rPr lang="en-IN" sz="3600" b="1" dirty="0" smtClean="0">
                <a:solidFill>
                  <a:schemeClr val="accent2">
                    <a:lumMod val="75000"/>
                  </a:schemeClr>
                </a:solidFill>
                <a:latin typeface="Times New Roman" panose="02020603050405020304" pitchFamily="18" charset="0"/>
                <a:cs typeface="Times New Roman" panose="02020603050405020304" pitchFamily="18" charset="0"/>
              </a:rPr>
              <a:t>1. SAKSHI KHANORE  (TEAM LEADER)</a:t>
            </a:r>
          </a:p>
          <a:p>
            <a:r>
              <a:rPr lang="en-IN" sz="3600" b="1" dirty="0" smtClean="0">
                <a:solidFill>
                  <a:schemeClr val="accent2">
                    <a:lumMod val="75000"/>
                  </a:schemeClr>
                </a:solidFill>
                <a:latin typeface="Times New Roman" panose="02020603050405020304" pitchFamily="18" charset="0"/>
                <a:cs typeface="Times New Roman" panose="02020603050405020304" pitchFamily="18" charset="0"/>
              </a:rPr>
              <a:t>2.PRIYANKA JADHAV</a:t>
            </a:r>
          </a:p>
          <a:p>
            <a:r>
              <a:rPr lang="en-IN" sz="3600" b="1" dirty="0" smtClean="0">
                <a:solidFill>
                  <a:schemeClr val="accent2">
                    <a:lumMod val="75000"/>
                  </a:schemeClr>
                </a:solidFill>
                <a:latin typeface="Times New Roman" panose="02020603050405020304" pitchFamily="18" charset="0"/>
                <a:cs typeface="Times New Roman" panose="02020603050405020304" pitchFamily="18" charset="0"/>
              </a:rPr>
              <a:t>3. NEHA KATAKE</a:t>
            </a:r>
            <a:endParaRPr lang="en-IN" sz="36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9585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a:xfrm>
            <a:off x="2589212" y="1699491"/>
            <a:ext cx="8915400" cy="3777622"/>
          </a:xfrm>
        </p:spPr>
        <p:txBody>
          <a:bodyPr>
            <a:noAutofit/>
          </a:bodyPr>
          <a:lstStyle/>
          <a:p>
            <a:pPr marL="0" indent="0">
              <a:buNone/>
            </a:pPr>
            <a:r>
              <a:rPr lang="en-IN" sz="2000" dirty="0">
                <a:latin typeface="Times New Roman" panose="02020603050405020304" pitchFamily="18" charset="0"/>
                <a:cs typeface="Times New Roman" panose="02020603050405020304" pitchFamily="18" charset="0"/>
              </a:rPr>
              <a:t>The alcohol detector and engine </a:t>
            </a:r>
            <a:r>
              <a:rPr lang="en-IN" sz="2000" dirty="0" smtClean="0">
                <a:latin typeface="Times New Roman" panose="02020603050405020304" pitchFamily="18" charset="0"/>
                <a:cs typeface="Times New Roman" panose="02020603050405020304" pitchFamily="18" charset="0"/>
              </a:rPr>
              <a:t>locking system is designed </a:t>
            </a:r>
            <a:r>
              <a:rPr lang="en-IN" sz="2000" dirty="0">
                <a:latin typeface="Times New Roman" panose="02020603050405020304" pitchFamily="18" charset="0"/>
                <a:cs typeface="Times New Roman" panose="02020603050405020304" pitchFamily="18" charset="0"/>
              </a:rPr>
              <a:t>to prevent drunk driving, </a:t>
            </a:r>
            <a:r>
              <a:rPr lang="en-IN" sz="2000" dirty="0" smtClean="0">
                <a:latin typeface="Times New Roman" panose="02020603050405020304" pitchFamily="18" charset="0"/>
                <a:cs typeface="Times New Roman" panose="02020603050405020304" pitchFamily="18" charset="0"/>
              </a:rPr>
              <a:t>which is a major cause </a:t>
            </a:r>
            <a:r>
              <a:rPr lang="en-IN" sz="2000" dirty="0">
                <a:latin typeface="Times New Roman" panose="02020603050405020304" pitchFamily="18" charset="0"/>
                <a:cs typeface="Times New Roman" panose="02020603050405020304" pitchFamily="18" charset="0"/>
              </a:rPr>
              <a:t>of accidents and fatalities on the road</a:t>
            </a:r>
            <a:r>
              <a:rPr lang="en-IN" sz="2000" dirty="0" smtClean="0">
                <a:latin typeface="Times New Roman" panose="02020603050405020304" pitchFamily="18" charset="0"/>
                <a:cs typeface="Times New Roman" panose="02020603050405020304" pitchFamily="18" charset="0"/>
              </a:rPr>
              <a:t>.</a:t>
            </a:r>
          </a:p>
          <a:p>
            <a:pPr marL="0" indent="0">
              <a:buNone/>
            </a:pPr>
            <a:r>
              <a:rPr lang="en-IN" sz="2000" dirty="0" smtClean="0">
                <a:latin typeface="Times New Roman" panose="02020603050405020304" pitchFamily="18" charset="0"/>
                <a:cs typeface="Times New Roman" panose="02020603050405020304" pitchFamily="18" charset="0"/>
              </a:rPr>
              <a:t>To </a:t>
            </a:r>
            <a:r>
              <a:rPr lang="en-IN" sz="2000" dirty="0">
                <a:latin typeface="Times New Roman" panose="02020603050405020304" pitchFamily="18" charset="0"/>
                <a:cs typeface="Times New Roman" panose="02020603050405020304" pitchFamily="18" charset="0"/>
              </a:rPr>
              <a:t>address this issue, </a:t>
            </a:r>
            <a:r>
              <a:rPr lang="en-IN" sz="2000" dirty="0" smtClean="0">
                <a:latin typeface="Times New Roman" panose="02020603050405020304" pitchFamily="18" charset="0"/>
                <a:cs typeface="Times New Roman" panose="02020603050405020304" pitchFamily="18" charset="0"/>
              </a:rPr>
              <a:t>various technologies </a:t>
            </a:r>
            <a:r>
              <a:rPr lang="en-IN" sz="2000" dirty="0">
                <a:latin typeface="Times New Roman" panose="02020603050405020304" pitchFamily="18" charset="0"/>
                <a:cs typeface="Times New Roman" panose="02020603050405020304" pitchFamily="18" charset="0"/>
              </a:rPr>
              <a:t>have been developed to prevent </a:t>
            </a:r>
            <a:r>
              <a:rPr lang="en-IN" sz="2000" dirty="0" smtClean="0">
                <a:latin typeface="Times New Roman" panose="02020603050405020304" pitchFamily="18" charset="0"/>
                <a:cs typeface="Times New Roman" panose="02020603050405020304" pitchFamily="18" charset="0"/>
              </a:rPr>
              <a:t>drunk driving</a:t>
            </a:r>
            <a:r>
              <a:rPr lang="en-IN" sz="2000" dirty="0">
                <a:latin typeface="Times New Roman" panose="02020603050405020304" pitchFamily="18" charset="0"/>
                <a:cs typeface="Times New Roman" panose="02020603050405020304" pitchFamily="18" charset="0"/>
              </a:rPr>
              <a:t>, including the alcohol detector </a:t>
            </a:r>
            <a:r>
              <a:rPr lang="en-IN" sz="2000" dirty="0" smtClean="0">
                <a:latin typeface="Times New Roman" panose="02020603050405020304" pitchFamily="18" charset="0"/>
                <a:cs typeface="Times New Roman" panose="02020603050405020304" pitchFamily="18" charset="0"/>
              </a:rPr>
              <a:t>and engine Locking </a:t>
            </a:r>
            <a:r>
              <a:rPr lang="en-IN" sz="2000" dirty="0">
                <a:latin typeface="Times New Roman" panose="02020603050405020304" pitchFamily="18" charset="0"/>
                <a:cs typeface="Times New Roman" panose="02020603050405020304" pitchFamily="18" charset="0"/>
              </a:rPr>
              <a:t>system</a:t>
            </a:r>
            <a:r>
              <a:rPr lang="en-IN" sz="2000" dirty="0" smtClean="0">
                <a:latin typeface="Times New Roman" panose="02020603050405020304" pitchFamily="18" charset="0"/>
                <a:cs typeface="Times New Roman" panose="02020603050405020304" pitchFamily="18" charset="0"/>
              </a:rPr>
              <a:t>. </a:t>
            </a:r>
          </a:p>
          <a:p>
            <a:pPr marL="0" indent="0">
              <a:buNone/>
            </a:pPr>
            <a:r>
              <a:rPr lang="en-IN" sz="2000" dirty="0" smtClean="0">
                <a:latin typeface="Times New Roman" panose="02020603050405020304" pitchFamily="18" charset="0"/>
                <a:cs typeface="Times New Roman" panose="02020603050405020304" pitchFamily="18" charset="0"/>
              </a:rPr>
              <a:t>In </a:t>
            </a:r>
            <a:r>
              <a:rPr lang="en-IN" sz="2000" dirty="0">
                <a:latin typeface="Times New Roman" panose="02020603050405020304" pitchFamily="18" charset="0"/>
                <a:cs typeface="Times New Roman" panose="02020603050405020304" pitchFamily="18" charset="0"/>
              </a:rPr>
              <a:t>this system uses a compact </a:t>
            </a:r>
            <a:r>
              <a:rPr lang="en-IN" sz="2000" dirty="0" smtClean="0">
                <a:latin typeface="Times New Roman" panose="02020603050405020304" pitchFamily="18" charset="0"/>
                <a:cs typeface="Times New Roman" panose="02020603050405020304" pitchFamily="18" charset="0"/>
              </a:rPr>
              <a:t>Arduino Uno </a:t>
            </a:r>
            <a:r>
              <a:rPr lang="en-IN" sz="2000" dirty="0">
                <a:latin typeface="Times New Roman" panose="02020603050405020304" pitchFamily="18" charset="0"/>
                <a:cs typeface="Times New Roman" panose="02020603050405020304" pitchFamily="18" charset="0"/>
              </a:rPr>
              <a:t>board. Programs are developed in embedded C Our project is based on prevention of drunk &amp; driving. So in our project we use a MQ3 sensor, a DC motor, An Arduino board &amp; a LCD display. </a:t>
            </a:r>
            <a:endParaRPr lang="en-IN" sz="2000" dirty="0" smtClean="0">
              <a:latin typeface="Times New Roman" panose="02020603050405020304" pitchFamily="18" charset="0"/>
              <a:cs typeface="Times New Roman" panose="02020603050405020304" pitchFamily="18" charset="0"/>
            </a:endParaRPr>
          </a:p>
          <a:p>
            <a:pPr marL="0" indent="0">
              <a:buNone/>
            </a:pPr>
            <a:r>
              <a:rPr lang="en-IN" sz="2000" dirty="0" smtClean="0">
                <a:latin typeface="Times New Roman" panose="02020603050405020304" pitchFamily="18" charset="0"/>
                <a:cs typeface="Times New Roman" panose="02020603050405020304" pitchFamily="18" charset="0"/>
              </a:rPr>
              <a:t>Here </a:t>
            </a:r>
            <a:r>
              <a:rPr lang="en-IN" sz="2000" dirty="0">
                <a:latin typeface="Times New Roman" panose="02020603050405020304" pitchFamily="18" charset="0"/>
                <a:cs typeface="Times New Roman" panose="02020603050405020304" pitchFamily="18" charset="0"/>
              </a:rPr>
              <a:t>Arduino is used for the programming and interfacing purpose; LCD display is used to show the percentage of the alcohol present in alcoholic breath of the person, MQ3 sensor is used to detect the alcohol molecules. This sensor is placed on the steering of the car. When a driver tries to drive the car in over drunken condition, the MQ3 sensor senses the presence of alcohol and when the percentage level is above the stated value a signal will be send </a:t>
            </a:r>
          </a:p>
        </p:txBody>
      </p:sp>
    </p:spTree>
    <p:extLst>
      <p:ext uri="{BB962C8B-B14F-4D97-AF65-F5344CB8AC3E}">
        <p14:creationId xmlns:p14="http://schemas.microsoft.com/office/powerpoint/2010/main" val="1725448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APPLICATIONS</a:t>
            </a:r>
            <a:endParaRPr lang="en-IN" dirty="0"/>
          </a:p>
        </p:txBody>
      </p:sp>
      <p:sp>
        <p:nvSpPr>
          <p:cNvPr id="3" name="Content Placeholder 2"/>
          <p:cNvSpPr>
            <a:spLocks noGrp="1"/>
          </p:cNvSpPr>
          <p:nvPr>
            <p:ph idx="1"/>
          </p:nvPr>
        </p:nvSpPr>
        <p:spPr>
          <a:xfrm>
            <a:off x="2269652" y="1905000"/>
            <a:ext cx="8915400" cy="3777622"/>
          </a:xfrm>
        </p:spPr>
        <p:txBody>
          <a:bodyPr>
            <a:noAutofit/>
          </a:bodyPr>
          <a:lstStyle/>
          <a:p>
            <a:r>
              <a:rPr lang="en-IN" sz="2400" b="1" dirty="0">
                <a:latin typeface="Times New Roman" panose="02020603050405020304" pitchFamily="18" charset="0"/>
                <a:cs typeface="Times New Roman" panose="02020603050405020304" pitchFamily="18" charset="0"/>
              </a:rPr>
              <a:t>Road Safety</a:t>
            </a:r>
            <a:r>
              <a:rPr lang="en-IN" sz="2400" dirty="0">
                <a:latin typeface="Times New Roman" panose="02020603050405020304" pitchFamily="18" charset="0"/>
                <a:cs typeface="Times New Roman" panose="02020603050405020304" pitchFamily="18" charset="0"/>
              </a:rPr>
              <a:t>: The primary application is to improve road safety by preventing drunk driving, a leading cause of accidents and fatalities globally. This system can significantly reduce the risk of accidents caused by impaired drivers</a:t>
            </a:r>
            <a:r>
              <a:rPr lang="en-IN" sz="2400" dirty="0" smtClean="0">
                <a:latin typeface="Times New Roman" panose="02020603050405020304" pitchFamily="18" charset="0"/>
                <a:cs typeface="Times New Roman" panose="02020603050405020304" pitchFamily="18" charset="0"/>
              </a:rPr>
              <a:t>.</a:t>
            </a:r>
            <a:r>
              <a:rPr lang="en-US" altLang="en-US" sz="2400" dirty="0">
                <a:solidFill>
                  <a:schemeClr val="tx1"/>
                </a:solidFill>
                <a:latin typeface="Times New Roman" panose="02020603050405020304" pitchFamily="18" charset="0"/>
                <a:cs typeface="Times New Roman" panose="02020603050405020304" pitchFamily="18" charset="0"/>
              </a:rPr>
              <a:t> </a:t>
            </a:r>
            <a:endParaRPr lang="en-US" altLang="en-US" sz="2400" dirty="0" smtClean="0">
              <a:solidFill>
                <a:schemeClr val="tx1"/>
              </a:solidFill>
              <a:latin typeface="Times New Roman" panose="02020603050405020304" pitchFamily="18" charset="0"/>
              <a:cs typeface="Times New Roman" panose="02020603050405020304" pitchFamily="18" charset="0"/>
            </a:endParaRPr>
          </a:p>
          <a:p>
            <a:r>
              <a:rPr lang="en-IN" sz="2400" b="1" dirty="0" smtClean="0">
                <a:latin typeface="Times New Roman" panose="02020603050405020304" pitchFamily="18" charset="0"/>
                <a:cs typeface="Times New Roman" panose="02020603050405020304" pitchFamily="18" charset="0"/>
              </a:rPr>
              <a:t>Commercial </a:t>
            </a:r>
            <a:r>
              <a:rPr lang="en-IN" sz="2400" b="1" dirty="0">
                <a:latin typeface="Times New Roman" panose="02020603050405020304" pitchFamily="18" charset="0"/>
                <a:cs typeface="Times New Roman" panose="02020603050405020304" pitchFamily="18" charset="0"/>
              </a:rPr>
              <a:t>Fleets</a:t>
            </a:r>
            <a:r>
              <a:rPr lang="en-IN" sz="2400" dirty="0">
                <a:latin typeface="Times New Roman" panose="02020603050405020304" pitchFamily="18" charset="0"/>
                <a:cs typeface="Times New Roman" panose="02020603050405020304" pitchFamily="18" charset="0"/>
              </a:rPr>
              <a:t>: Commercial vehicle operators can deploy this system to ensure that drivers of trucks, buses, and delivery vehicles are sober before driving, reducing liabilities and promoting workplace safety</a:t>
            </a:r>
            <a:r>
              <a:rPr lang="en-IN" sz="2400" dirty="0" smtClean="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Law Enforcement</a:t>
            </a:r>
            <a:r>
              <a:rPr lang="en-IN" sz="2400" dirty="0">
                <a:latin typeface="Times New Roman" panose="02020603050405020304" pitchFamily="18" charset="0"/>
                <a:cs typeface="Times New Roman" panose="02020603050405020304" pitchFamily="18" charset="0"/>
              </a:rPr>
              <a:t>: Police or government bodies may use the system as part of public transport or government fleet vehicles to ensure that drivers are not under the influence of alcohol.</a:t>
            </a:r>
            <a:endParaRPr lang="en-IN" sz="2400" dirty="0" smtClean="0">
              <a:latin typeface="Times New Roman" panose="02020603050405020304" pitchFamily="18" charset="0"/>
              <a:cs typeface="Times New Roman" panose="02020603050405020304" pitchFamily="18" charset="0"/>
            </a:endParaRPr>
          </a:p>
          <a:p>
            <a:endParaRPr lang="en-IN" sz="2400" dirty="0" smtClean="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333493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COMPONENTS USED</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latin typeface="Times New Roman" panose="02020603050405020304" pitchFamily="18" charset="0"/>
                <a:cs typeface="Times New Roman" panose="02020603050405020304" pitchFamily="18" charset="0"/>
              </a:rPr>
              <a:t>1</a:t>
            </a:r>
            <a:r>
              <a:rPr lang="en-IN" dirty="0">
                <a:latin typeface="Times New Roman" panose="02020603050405020304" pitchFamily="18" charset="0"/>
                <a:cs typeface="Times New Roman" panose="02020603050405020304" pitchFamily="18" charset="0"/>
              </a:rPr>
              <a:t>. ARDUINO </a:t>
            </a:r>
            <a:r>
              <a:rPr lang="en-IN" dirty="0" smtClean="0">
                <a:latin typeface="Times New Roman" panose="02020603050405020304" pitchFamily="18" charset="0"/>
                <a:cs typeface="Times New Roman" panose="02020603050405020304" pitchFamily="18" charset="0"/>
              </a:rPr>
              <a:t>UNO :</a:t>
            </a:r>
          </a:p>
          <a:p>
            <a:pPr marL="0" indent="0">
              <a:buNone/>
            </a:pPr>
            <a:r>
              <a:rPr lang="en-IN" dirty="0" smtClean="0">
                <a:latin typeface="Times New Roman" panose="02020603050405020304" pitchFamily="18" charset="0"/>
                <a:cs typeface="Times New Roman" panose="02020603050405020304" pitchFamily="18" charset="0"/>
              </a:rPr>
              <a:t>2. MQ </a:t>
            </a:r>
            <a:r>
              <a:rPr lang="en-IN" dirty="0">
                <a:latin typeface="Times New Roman" panose="02020603050405020304" pitchFamily="18" charset="0"/>
                <a:cs typeface="Times New Roman" panose="02020603050405020304" pitchFamily="18" charset="0"/>
              </a:rPr>
              <a:t>3 </a:t>
            </a:r>
            <a:r>
              <a:rPr lang="en-IN" dirty="0" smtClean="0">
                <a:latin typeface="Times New Roman" panose="02020603050405020304" pitchFamily="18" charset="0"/>
                <a:cs typeface="Times New Roman" panose="02020603050405020304" pitchFamily="18" charset="0"/>
              </a:rPr>
              <a:t>SENSOR:</a:t>
            </a:r>
          </a:p>
          <a:p>
            <a:pPr marL="0" indent="0">
              <a:buNone/>
            </a:pPr>
            <a:r>
              <a:rPr lang="en-IN" dirty="0" smtClean="0">
                <a:latin typeface="Times New Roman" panose="02020603050405020304" pitchFamily="18" charset="0"/>
                <a:cs typeface="Times New Roman" panose="02020603050405020304" pitchFamily="18" charset="0"/>
              </a:rPr>
              <a:t>3.DC MOTOR</a:t>
            </a:r>
          </a:p>
          <a:p>
            <a:pPr marL="0" indent="0">
              <a:buNone/>
            </a:pPr>
            <a:r>
              <a:rPr lang="en-IN" dirty="0" smtClean="0">
                <a:latin typeface="Times New Roman" panose="02020603050405020304" pitchFamily="18" charset="0"/>
                <a:cs typeface="Times New Roman" panose="02020603050405020304" pitchFamily="18" charset="0"/>
              </a:rPr>
              <a:t>4.RELAY</a:t>
            </a:r>
          </a:p>
          <a:p>
            <a:pPr marL="0" indent="0">
              <a:buNone/>
            </a:pPr>
            <a:r>
              <a:rPr lang="en-IN" dirty="0">
                <a:latin typeface="Times New Roman" panose="02020603050405020304" pitchFamily="18" charset="0"/>
                <a:cs typeface="Times New Roman" panose="02020603050405020304" pitchFamily="18" charset="0"/>
              </a:rPr>
              <a:t>5</a:t>
            </a:r>
            <a:r>
              <a:rPr lang="en-IN" dirty="0" smtClean="0">
                <a:latin typeface="Times New Roman" panose="02020603050405020304" pitchFamily="18" charset="0"/>
                <a:cs typeface="Times New Roman" panose="02020603050405020304" pitchFamily="18" charset="0"/>
              </a:rPr>
              <a:t>.BC </a:t>
            </a:r>
            <a:r>
              <a:rPr lang="en-IN" dirty="0">
                <a:latin typeface="Times New Roman" panose="02020603050405020304" pitchFamily="18" charset="0"/>
                <a:cs typeface="Times New Roman" panose="02020603050405020304" pitchFamily="18" charset="0"/>
              </a:rPr>
              <a:t>547 </a:t>
            </a:r>
            <a:r>
              <a:rPr lang="en-IN" dirty="0" smtClean="0">
                <a:latin typeface="Times New Roman" panose="02020603050405020304" pitchFamily="18" charset="0"/>
                <a:cs typeface="Times New Roman" panose="02020603050405020304" pitchFamily="18" charset="0"/>
              </a:rPr>
              <a:t>TRANSISTOR</a:t>
            </a:r>
          </a:p>
          <a:p>
            <a:pPr marL="0" indent="0">
              <a:buNone/>
            </a:pPr>
            <a:r>
              <a:rPr lang="en-IN" dirty="0">
                <a:latin typeface="Times New Roman" panose="02020603050405020304" pitchFamily="18" charset="0"/>
                <a:cs typeface="Times New Roman" panose="02020603050405020304" pitchFamily="18" charset="0"/>
              </a:rPr>
              <a:t>6. 9V </a:t>
            </a:r>
            <a:r>
              <a:rPr lang="en-IN" dirty="0" smtClean="0">
                <a:latin typeface="Times New Roman" panose="02020603050405020304" pitchFamily="18" charset="0"/>
                <a:cs typeface="Times New Roman" panose="02020603050405020304" pitchFamily="18" charset="0"/>
              </a:rPr>
              <a:t>BATTERY</a:t>
            </a:r>
          </a:p>
          <a:p>
            <a:pPr marL="0" indent="0">
              <a:buNone/>
            </a:pPr>
            <a:r>
              <a:rPr lang="en-IN" dirty="0" smtClean="0">
                <a:latin typeface="Times New Roman" panose="02020603050405020304" pitchFamily="18" charset="0"/>
                <a:cs typeface="Times New Roman" panose="02020603050405020304" pitchFamily="18" charset="0"/>
              </a:rPr>
              <a:t>7. GPS AND GSM MODULE</a:t>
            </a:r>
          </a:p>
          <a:p>
            <a:pPr marL="0" indent="0">
              <a:buNone/>
            </a:pPr>
            <a:r>
              <a:rPr lang="en-IN" dirty="0" smtClean="0">
                <a:latin typeface="Times New Roman" panose="02020603050405020304" pitchFamily="18" charset="0"/>
                <a:cs typeface="Times New Roman" panose="02020603050405020304" pitchFamily="18" charset="0"/>
              </a:rPr>
              <a:t>8.LCD</a:t>
            </a:r>
          </a:p>
          <a:p>
            <a:pPr marL="0" indent="0">
              <a:buNone/>
            </a:pPr>
            <a:r>
              <a:rPr lang="en-IN" dirty="0" smtClean="0">
                <a:latin typeface="Times New Roman" panose="02020603050405020304" pitchFamily="18" charset="0"/>
                <a:cs typeface="Times New Roman" panose="02020603050405020304" pitchFamily="18" charset="0"/>
              </a:rPr>
              <a:t>9.PCB</a:t>
            </a:r>
          </a:p>
          <a:p>
            <a:pPr marL="0" indent="0">
              <a:buNone/>
            </a:pPr>
            <a:r>
              <a:rPr lang="en-IN" dirty="0" smtClean="0">
                <a:latin typeface="Times New Roman" panose="02020603050405020304" pitchFamily="18" charset="0"/>
                <a:cs typeface="Times New Roman" panose="02020603050405020304" pitchFamily="18" charset="0"/>
              </a:rPr>
              <a:t>10.RESISTORS AND CAPACITORS</a:t>
            </a:r>
          </a:p>
          <a:p>
            <a:pPr marL="0" indent="0">
              <a:buNone/>
            </a:pPr>
            <a:r>
              <a:rPr lang="en-IN" dirty="0" smtClean="0">
                <a:latin typeface="Times New Roman" panose="02020603050405020304" pitchFamily="18" charset="0"/>
                <a:cs typeface="Times New Roman" panose="02020603050405020304" pitchFamily="18" charset="0"/>
              </a:rPr>
              <a:t>11.DIODES</a:t>
            </a:r>
          </a:p>
          <a:p>
            <a:pPr marL="0" indent="0">
              <a:buNone/>
            </a:pPr>
            <a:endParaRPr lang="en-IN" dirty="0"/>
          </a:p>
        </p:txBody>
      </p:sp>
      <p:pic>
        <p:nvPicPr>
          <p:cNvPr id="4" name="Picture 3"/>
          <p:cNvPicPr>
            <a:picLocks noChangeAspect="1"/>
          </p:cNvPicPr>
          <p:nvPr/>
        </p:nvPicPr>
        <p:blipFill>
          <a:blip r:embed="rId2"/>
          <a:stretch>
            <a:fillRect/>
          </a:stretch>
        </p:blipFill>
        <p:spPr>
          <a:xfrm>
            <a:off x="7296727" y="785090"/>
            <a:ext cx="4802909" cy="5712691"/>
          </a:xfrm>
          <a:prstGeom prst="rect">
            <a:avLst/>
          </a:prstGeom>
        </p:spPr>
      </p:pic>
    </p:spTree>
    <p:extLst>
      <p:ext uri="{BB962C8B-B14F-4D97-AF65-F5344CB8AC3E}">
        <p14:creationId xmlns:p14="http://schemas.microsoft.com/office/powerpoint/2010/main" val="4131016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FLOW CHART</a:t>
            </a:r>
            <a:endParaRPr lang="en-IN" dirty="0"/>
          </a:p>
        </p:txBody>
      </p:sp>
      <p:pic>
        <p:nvPicPr>
          <p:cNvPr id="6" name="Picture 5"/>
          <p:cNvPicPr>
            <a:picLocks noChangeAspect="1"/>
          </p:cNvPicPr>
          <p:nvPr/>
        </p:nvPicPr>
        <p:blipFill>
          <a:blip r:embed="rId2"/>
          <a:stretch>
            <a:fillRect/>
          </a:stretch>
        </p:blipFill>
        <p:spPr>
          <a:xfrm>
            <a:off x="3158835" y="1626466"/>
            <a:ext cx="5800438" cy="4959061"/>
          </a:xfrm>
          <a:prstGeom prst="rect">
            <a:avLst/>
          </a:prstGeom>
        </p:spPr>
      </p:pic>
    </p:spTree>
    <p:extLst>
      <p:ext uri="{BB962C8B-B14F-4D97-AF65-F5344CB8AC3E}">
        <p14:creationId xmlns:p14="http://schemas.microsoft.com/office/powerpoint/2010/main" val="1677675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a:t>
            </a:r>
            <a:endParaRPr lang="en-IN" dirty="0"/>
          </a:p>
        </p:txBody>
      </p:sp>
      <p:sp>
        <p:nvSpPr>
          <p:cNvPr id="3" name="Content Placeholder 2"/>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The alcohol detector and engine </a:t>
            </a:r>
            <a:r>
              <a:rPr lang="en-IN" sz="2400" dirty="0" smtClean="0">
                <a:latin typeface="Times New Roman" panose="02020603050405020304" pitchFamily="18" charset="0"/>
                <a:cs typeface="Times New Roman" panose="02020603050405020304" pitchFamily="18" charset="0"/>
              </a:rPr>
              <a:t>locking system has several </a:t>
            </a:r>
            <a:r>
              <a:rPr lang="en-IN" sz="2400" dirty="0">
                <a:latin typeface="Times New Roman" panose="02020603050405020304" pitchFamily="18" charset="0"/>
                <a:cs typeface="Times New Roman" panose="02020603050405020304" pitchFamily="18" charset="0"/>
              </a:rPr>
              <a:t>advantages in preventing </a:t>
            </a:r>
            <a:r>
              <a:rPr lang="en-IN" sz="2400" dirty="0" smtClean="0">
                <a:latin typeface="Times New Roman" panose="02020603050405020304" pitchFamily="18" charset="0"/>
                <a:cs typeface="Times New Roman" panose="02020603050405020304" pitchFamily="18" charset="0"/>
              </a:rPr>
              <a:t>drunk driving. First</a:t>
            </a:r>
            <a:r>
              <a:rPr lang="en-IN" sz="2400" dirty="0">
                <a:latin typeface="Times New Roman" panose="02020603050405020304" pitchFamily="18" charset="0"/>
                <a:cs typeface="Times New Roman" panose="02020603050405020304" pitchFamily="18" charset="0"/>
              </a:rPr>
              <a:t>, it can accurately measure a </a:t>
            </a:r>
            <a:r>
              <a:rPr lang="en-IN" sz="2400" dirty="0" smtClean="0">
                <a:latin typeface="Times New Roman" panose="02020603050405020304" pitchFamily="18" charset="0"/>
                <a:cs typeface="Times New Roman" panose="02020603050405020304" pitchFamily="18" charset="0"/>
              </a:rPr>
              <a:t>driver's BAC level </a:t>
            </a:r>
            <a:r>
              <a:rPr lang="en-IN" sz="2400" dirty="0">
                <a:latin typeface="Times New Roman" panose="02020603050405020304" pitchFamily="18" charset="0"/>
                <a:cs typeface="Times New Roman" panose="02020603050405020304" pitchFamily="18" charset="0"/>
              </a:rPr>
              <a:t>and prevent them </a:t>
            </a:r>
            <a:r>
              <a:rPr lang="en-IN" sz="2400" dirty="0" smtClean="0">
                <a:latin typeface="Times New Roman" panose="02020603050405020304" pitchFamily="18" charset="0"/>
                <a:cs typeface="Times New Roman" panose="02020603050405020304" pitchFamily="18" charset="0"/>
              </a:rPr>
              <a:t>from operating the vehicle if </a:t>
            </a:r>
            <a:r>
              <a:rPr lang="en-IN" sz="2400" dirty="0">
                <a:latin typeface="Times New Roman" panose="02020603050405020304" pitchFamily="18" charset="0"/>
                <a:cs typeface="Times New Roman" panose="02020603050405020304" pitchFamily="18" charset="0"/>
              </a:rPr>
              <a:t>their level is above the legal limit. This </a:t>
            </a:r>
            <a:r>
              <a:rPr lang="en-IN" sz="2400" dirty="0" smtClean="0">
                <a:latin typeface="Times New Roman" panose="02020603050405020304" pitchFamily="18" charset="0"/>
                <a:cs typeface="Times New Roman" panose="02020603050405020304" pitchFamily="18" charset="0"/>
              </a:rPr>
              <a:t>reduces the </a:t>
            </a:r>
            <a:r>
              <a:rPr lang="en-IN" sz="2400" dirty="0">
                <a:latin typeface="Times New Roman" panose="02020603050405020304" pitchFamily="18" charset="0"/>
                <a:cs typeface="Times New Roman" panose="02020603050405020304" pitchFamily="18" charset="0"/>
              </a:rPr>
              <a:t>risk of accidents caused by </a:t>
            </a:r>
            <a:r>
              <a:rPr lang="en-IN" sz="2400" dirty="0" smtClean="0">
                <a:latin typeface="Times New Roman" panose="02020603050405020304" pitchFamily="18" charset="0"/>
                <a:cs typeface="Times New Roman" panose="02020603050405020304" pitchFamily="18" charset="0"/>
              </a:rPr>
              <a:t>impaired driving</a:t>
            </a:r>
            <a:r>
              <a:rPr lang="en-IN" sz="2400" dirty="0">
                <a:latin typeface="Times New Roman" panose="02020603050405020304" pitchFamily="18" charset="0"/>
                <a:cs typeface="Times New Roman" panose="02020603050405020304" pitchFamily="18" charset="0"/>
              </a:rPr>
              <a:t>. Second, the system can help to deter </a:t>
            </a:r>
            <a:r>
              <a:rPr lang="en-IN" sz="2400" dirty="0" smtClean="0">
                <a:latin typeface="Times New Roman" panose="02020603050405020304" pitchFamily="18" charset="0"/>
                <a:cs typeface="Times New Roman" panose="02020603050405020304" pitchFamily="18" charset="0"/>
              </a:rPr>
              <a:t>drunk driving by </a:t>
            </a:r>
            <a:r>
              <a:rPr lang="en-IN" sz="2400" dirty="0">
                <a:latin typeface="Times New Roman" panose="02020603050405020304" pitchFamily="18" charset="0"/>
                <a:cs typeface="Times New Roman" panose="02020603050405020304" pitchFamily="18" charset="0"/>
              </a:rPr>
              <a:t>providing a visual reminder of the </a:t>
            </a:r>
            <a:r>
              <a:rPr lang="en-IN" sz="2400" dirty="0" smtClean="0">
                <a:latin typeface="Times New Roman" panose="02020603050405020304" pitchFamily="18" charset="0"/>
                <a:cs typeface="Times New Roman" panose="02020603050405020304" pitchFamily="18" charset="0"/>
              </a:rPr>
              <a:t>consequences of </a:t>
            </a:r>
            <a:r>
              <a:rPr lang="en-IN" sz="2400" dirty="0">
                <a:latin typeface="Times New Roman" panose="02020603050405020304" pitchFamily="18" charset="0"/>
                <a:cs typeface="Times New Roman" panose="02020603050405020304" pitchFamily="18" charset="0"/>
              </a:rPr>
              <a:t>drinking and driving. Drivers are </a:t>
            </a:r>
            <a:r>
              <a:rPr lang="en-IN" sz="2400" dirty="0" smtClean="0">
                <a:latin typeface="Times New Roman" panose="02020603050405020304" pitchFamily="18" charset="0"/>
                <a:cs typeface="Times New Roman" panose="02020603050405020304" pitchFamily="18" charset="0"/>
              </a:rPr>
              <a:t>aware that they will </a:t>
            </a:r>
            <a:r>
              <a:rPr lang="en-IN" sz="2400" dirty="0">
                <a:latin typeface="Times New Roman" panose="02020603050405020304" pitchFamily="18" charset="0"/>
                <a:cs typeface="Times New Roman" panose="02020603050405020304" pitchFamily="18" charset="0"/>
              </a:rPr>
              <a:t>not be able to operate their vehicles if </a:t>
            </a:r>
            <a:r>
              <a:rPr lang="en-IN" sz="2400" dirty="0" smtClean="0">
                <a:latin typeface="Times New Roman" panose="02020603050405020304" pitchFamily="18" charset="0"/>
                <a:cs typeface="Times New Roman" panose="02020603050405020304" pitchFamily="18" charset="0"/>
              </a:rPr>
              <a:t>they have </a:t>
            </a:r>
            <a:r>
              <a:rPr lang="en-IN" sz="2400" dirty="0">
                <a:latin typeface="Times New Roman" panose="02020603050405020304" pitchFamily="18" charset="0"/>
                <a:cs typeface="Times New Roman" panose="02020603050405020304" pitchFamily="18" charset="0"/>
              </a:rPr>
              <a:t>consumed alcohol, which </a:t>
            </a:r>
            <a:r>
              <a:rPr lang="en-IN" sz="2400" dirty="0" smtClean="0">
                <a:latin typeface="Times New Roman" panose="02020603050405020304" pitchFamily="18" charset="0"/>
                <a:cs typeface="Times New Roman" panose="02020603050405020304" pitchFamily="18" charset="0"/>
              </a:rPr>
              <a:t>can discourage them </a:t>
            </a:r>
            <a:r>
              <a:rPr lang="en-IN" sz="2400" dirty="0">
                <a:latin typeface="Times New Roman" panose="02020603050405020304" pitchFamily="18" charset="0"/>
                <a:cs typeface="Times New Roman" panose="02020603050405020304" pitchFamily="18" charset="0"/>
              </a:rPr>
              <a:t>from drinking and driving.</a:t>
            </a:r>
          </a:p>
        </p:txBody>
      </p:sp>
    </p:spTree>
    <p:extLst>
      <p:ext uri="{BB962C8B-B14F-4D97-AF65-F5344CB8AC3E}">
        <p14:creationId xmlns:p14="http://schemas.microsoft.com/office/powerpoint/2010/main" val="4067016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REFERENCES</a:t>
            </a:r>
            <a:endParaRPr lang="en-IN" dirty="0"/>
          </a:p>
        </p:txBody>
      </p:sp>
      <p:sp>
        <p:nvSpPr>
          <p:cNvPr id="3" name="Content Placeholder 2"/>
          <p:cNvSpPr>
            <a:spLocks noGrp="1"/>
          </p:cNvSpPr>
          <p:nvPr>
            <p:ph idx="1"/>
          </p:nvPr>
        </p:nvSpPr>
        <p:spPr/>
        <p:txBody>
          <a:bodyPr/>
          <a:lstStyle/>
          <a:p>
            <a:pPr marL="0" indent="0">
              <a:buNone/>
            </a:pPr>
            <a:r>
              <a:rPr lang="en-IN" dirty="0"/>
              <a:t>SK.Singh and A.kumar, ”Alcohol </a:t>
            </a:r>
            <a:r>
              <a:rPr lang="en-IN" dirty="0" smtClean="0"/>
              <a:t>Detection System </a:t>
            </a:r>
            <a:r>
              <a:rPr lang="en-IN" dirty="0"/>
              <a:t>for Drunk Drivers, ” </a:t>
            </a:r>
            <a:r>
              <a:rPr lang="en-IN" dirty="0" smtClean="0"/>
              <a:t>International Journal </a:t>
            </a:r>
            <a:r>
              <a:rPr lang="en-IN" dirty="0"/>
              <a:t>of Innovative </a:t>
            </a:r>
            <a:r>
              <a:rPr lang="en-IN" dirty="0" smtClean="0"/>
              <a:t>Research in Science , Engineering </a:t>
            </a:r>
            <a:r>
              <a:rPr lang="en-IN" dirty="0"/>
              <a:t>and Technology,vol-4,pp.11-14,2015. </a:t>
            </a:r>
            <a:endParaRPr lang="en-IN" dirty="0" smtClean="0"/>
          </a:p>
          <a:p>
            <a:pPr marL="0" indent="0">
              <a:buNone/>
            </a:pPr>
            <a:r>
              <a:rPr lang="en-IN" dirty="0" smtClean="0"/>
              <a:t>R.K.Gupta </a:t>
            </a:r>
            <a:r>
              <a:rPr lang="en-IN" dirty="0"/>
              <a:t>and A.K.Sharma, ”</a:t>
            </a:r>
            <a:r>
              <a:rPr lang="en-IN" dirty="0" smtClean="0"/>
              <a:t>Design and Development </a:t>
            </a:r>
            <a:r>
              <a:rPr lang="en-IN" dirty="0"/>
              <a:t>of Alcohol </a:t>
            </a:r>
            <a:r>
              <a:rPr lang="en-IN" dirty="0" smtClean="0"/>
              <a:t>Detection System for  Vehicle </a:t>
            </a:r>
            <a:r>
              <a:rPr lang="en-IN" dirty="0"/>
              <a:t>Safety, ” International Journal </a:t>
            </a:r>
            <a:r>
              <a:rPr lang="en-IN" dirty="0" smtClean="0"/>
              <a:t>of Advanced </a:t>
            </a:r>
            <a:r>
              <a:rPr lang="en-IN" dirty="0"/>
              <a:t>Research in Computer </a:t>
            </a:r>
            <a:r>
              <a:rPr lang="en-IN" dirty="0" smtClean="0"/>
              <a:t>Science and Software </a:t>
            </a:r>
            <a:r>
              <a:rPr lang="en-IN" dirty="0"/>
              <a:t>Engineering ,vol4,no-8,oo.1027-1030,2014.</a:t>
            </a:r>
          </a:p>
        </p:txBody>
      </p:sp>
    </p:spTree>
    <p:extLst>
      <p:ext uri="{BB962C8B-B14F-4D97-AF65-F5344CB8AC3E}">
        <p14:creationId xmlns:p14="http://schemas.microsoft.com/office/powerpoint/2010/main" val="2212943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961" y="2240474"/>
            <a:ext cx="8911687" cy="1280890"/>
          </a:xfrm>
        </p:spPr>
        <p:txBody>
          <a:bodyPr>
            <a:normAutofit fontScale="90000"/>
          </a:bodyPr>
          <a:lstStyle/>
          <a:p>
            <a:r>
              <a:rPr lang="en-IN" sz="9600" b="1" dirty="0" smtClean="0">
                <a:latin typeface="Times New Roman" panose="02020603050405020304" pitchFamily="18" charset="0"/>
                <a:cs typeface="Times New Roman" panose="02020603050405020304" pitchFamily="18" charset="0"/>
              </a:rPr>
              <a:t>THANK </a:t>
            </a:r>
            <a:br>
              <a:rPr lang="en-IN" sz="9600" b="1" dirty="0" smtClean="0">
                <a:latin typeface="Times New Roman" panose="02020603050405020304" pitchFamily="18" charset="0"/>
                <a:cs typeface="Times New Roman" panose="02020603050405020304" pitchFamily="18" charset="0"/>
              </a:rPr>
            </a:br>
            <a:r>
              <a:rPr lang="en-IN" sz="9600" b="1" dirty="0" smtClean="0">
                <a:latin typeface="Times New Roman" panose="02020603050405020304" pitchFamily="18" charset="0"/>
                <a:cs typeface="Times New Roman" panose="02020603050405020304" pitchFamily="18" charset="0"/>
              </a:rPr>
              <a:t>   YOU</a:t>
            </a:r>
            <a:endParaRPr lang="en-IN" sz="96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95106" y="0"/>
            <a:ext cx="11996893" cy="6787814"/>
          </a:xfrm>
          <a:prstGeom prst="rect">
            <a:avLst/>
          </a:prstGeom>
        </p:spPr>
      </p:pic>
    </p:spTree>
    <p:extLst>
      <p:ext uri="{BB962C8B-B14F-4D97-AF65-F5344CB8AC3E}">
        <p14:creationId xmlns:p14="http://schemas.microsoft.com/office/powerpoint/2010/main" val="28905945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173</TotalTime>
  <Words>520</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Times New Roman</vt:lpstr>
      <vt:lpstr>Wingdings 3</vt:lpstr>
      <vt:lpstr>Wisp</vt:lpstr>
      <vt:lpstr>ALCOHOL SENSING ENGINE LOCK WITH GSM</vt:lpstr>
      <vt:lpstr>TEAM MEMBERS</vt:lpstr>
      <vt:lpstr>INTRODUCTION</vt:lpstr>
      <vt:lpstr>APPLICATIONS</vt:lpstr>
      <vt:lpstr>COMPONENTS USED</vt:lpstr>
      <vt:lpstr>FLOW CHART</vt:lpstr>
      <vt:lpstr>ADVANTAGES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ALCOHOL SENSING ENGINE LOCK WITH GSM</dc:title>
  <dc:creator>Windows User</dc:creator>
  <cp:lastModifiedBy>Windows User</cp:lastModifiedBy>
  <cp:revision>8</cp:revision>
  <dcterms:created xsi:type="dcterms:W3CDTF">2025-01-22T16:19:21Z</dcterms:created>
  <dcterms:modified xsi:type="dcterms:W3CDTF">2025-01-23T08:51:53Z</dcterms:modified>
</cp:coreProperties>
</file>